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F5DC8-E3CB-4263-A8B3-AD61D35612D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2666C-1DD5-4267-B299-D1CE79445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13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9408E-DC45-1236-71DF-E075F0C78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3ECAC-30F4-8AB7-9EA7-D3A153D1D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ABA37-B29E-0F68-A3EE-A0533094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C48F-D206-42B8-AABA-7A73FADFBD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E6515-81BA-82BE-EFF8-C136437A1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AC6C4-2DBA-D467-2381-B18CC355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BDB7-2BF4-4E69-826D-AC873ACE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53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3721D-CC38-D3EC-B5D7-EE0219EE1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C4652-1EA1-40E5-7C86-839A835AA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5ACF5-2BAC-6F29-80CE-74C21AB1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C48F-D206-42B8-AABA-7A73FADFBD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13A16-D900-98C4-967B-18DAF568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22A22-6DB2-EC40-F923-18E7A090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BDB7-2BF4-4E69-826D-AC873ACE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3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09E3D-1286-5263-6CD4-0B40C06E2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593B3-84DC-FD1C-3C98-B9A3DDE2E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262EC-7C75-DC73-B63F-3C7140BD8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C48F-D206-42B8-AABA-7A73FADFBD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3CA34-4E84-2B59-199A-FCCB2A8C0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1D72C-8A4F-12A1-751C-0F82D9BB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BDB7-2BF4-4E69-826D-AC873ACE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46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A1DC-CC2A-2BF5-5D68-BD05BD75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74770-CDEC-3C98-6B8A-D5A8CE778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2F70A-7CAA-9FB0-A786-CB8F97E20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232AB-CF21-F0A3-18C4-23A3E55A5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C48F-D206-42B8-AABA-7A73FADFBD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4C36D-31D4-6BE7-4E09-D1B70A335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1F763-25DB-DE52-4182-D9C93BEF8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BDB7-2BF4-4E69-826D-AC873ACE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07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E211-EB24-59F3-95A6-A1ACF1AC2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07C57-E5D8-E653-39D8-EED2C4838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99DA2-5A9C-EF6C-CA8F-3F578AE1B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8BA7D4-0952-6EFA-C854-AD7AD9560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8B4A3-68B3-6ECE-4D0F-285DEF58E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120CA-39A3-3513-016D-C309BE76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C48F-D206-42B8-AABA-7A73FADFBD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68E56-F405-CB8D-DA9D-F2BC91381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EB8624-13A5-EDCC-E61B-58F244604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BDB7-2BF4-4E69-826D-AC873ACE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0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DCDA-67CD-1600-A34C-52F58DAE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894A1-CF76-4ACF-158E-BF905C29E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C48F-D206-42B8-AABA-7A73FADFBD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A7B6D-EC2E-3C33-F2FC-F2FF06F97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E09D8-73E6-634F-102F-02A300F95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BDB7-2BF4-4E69-826D-AC873ACE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77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C9C3E9-487E-D864-BC6A-F0AA560AD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C48F-D206-42B8-AABA-7A73FADFBD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119E20-1D7D-6798-E1E7-4041057F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1B2C8-8591-CCBB-8FA2-8A143AF2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BDB7-2BF4-4E69-826D-AC873ACE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50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E11E-C13F-F695-59CF-4BDD21B49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47437-B6BD-782E-EC0F-66561BC6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14B72-E0DE-B8C2-7E1D-E8E41D7E4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1DA90-E23D-D3BF-BDCF-050C139E2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C48F-D206-42B8-AABA-7A73FADFBD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A5E39-E879-AEB1-9726-14AC89396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8C4BE-0F62-6822-D72B-A5B34817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BDB7-2BF4-4E69-826D-AC873ACE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03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B11CE-B4FF-7FB1-13BD-DB1867791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B21B57-0116-4138-81DF-C8FEF3AD8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E1A35-02F8-645D-A5F2-670773DFF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709B7-47BD-BD7C-63C4-7C5A6774A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C48F-D206-42B8-AABA-7A73FADFBD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240F0-7E85-7692-8620-7D925AD40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CCA7C-63F5-3A1D-62DC-1FE3EE3F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BDB7-2BF4-4E69-826D-AC873ACE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65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7BCE-A76A-0810-5BDE-B951CC86F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C24534-9ADA-CB4E-1763-574767ED4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0C492-FE94-2AC7-6E83-9815B27D7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C48F-D206-42B8-AABA-7A73FADFBD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AAB01-89B3-4C61-97F9-D563C406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00035-4BA3-1B59-C448-006572BB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BDB7-2BF4-4E69-826D-AC873ACE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45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515C8-07E0-8B8C-79A5-0C5C8E3A88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56D73-36D1-227B-8780-39514C015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CE0B7-C90F-F53F-35A7-175885419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C48F-D206-42B8-AABA-7A73FADFBD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C515A-5D8E-93C8-A681-AFB84EAA7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88B1-8F7F-387C-3E46-3DAD8084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BDB7-2BF4-4E69-826D-AC873ACE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09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E2EAA7-38F2-40A2-DC5D-B1BF83B4B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17E16-23C3-5BE7-0A3B-7E166238A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D4518-7082-BDDF-53AF-6AC27637F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5C48F-D206-42B8-AABA-7A73FADFBD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DB62D-2911-5299-3AFE-1D573D881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1EE96-8B87-509E-1C37-6180C8EA7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2BDB7-2BF4-4E69-826D-AC873ACE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8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F1B20E4-3BF2-8C69-A2AB-00AED6846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40"/>
            <a:ext cx="12192000" cy="627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596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olipallidevesh89@gmail.com</dc:creator>
  <cp:lastModifiedBy>olipallidevesh89@gmail.com</cp:lastModifiedBy>
  <cp:revision>1</cp:revision>
  <dcterms:created xsi:type="dcterms:W3CDTF">2026-07-02T17:42:45Z</dcterms:created>
  <dcterms:modified xsi:type="dcterms:W3CDTF">2026-07-02T17:44:36Z</dcterms:modified>
</cp:coreProperties>
</file>